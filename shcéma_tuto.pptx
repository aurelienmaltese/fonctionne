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38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élien maltese" userId="14db8aa255396203" providerId="LiveId" clId="{EB5E41BD-5705-42F6-84BC-E5A862D50B70}"/>
    <pc:docChg chg="modSld">
      <pc:chgData name="aurélien maltese" userId="14db8aa255396203" providerId="LiveId" clId="{EB5E41BD-5705-42F6-84BC-E5A862D50B70}" dt="2026-05-12T08:16:08.133" v="5" actId="20577"/>
      <pc:docMkLst>
        <pc:docMk/>
      </pc:docMkLst>
      <pc:sldChg chg="modSp mod">
        <pc:chgData name="aurélien maltese" userId="14db8aa255396203" providerId="LiveId" clId="{EB5E41BD-5705-42F6-84BC-E5A862D50B70}" dt="2026-05-12T08:16:08.133" v="5" actId="20577"/>
        <pc:sldMkLst>
          <pc:docMk/>
          <pc:sldMk cId="941316117" sldId="256"/>
        </pc:sldMkLst>
        <pc:spChg chg="mod">
          <ac:chgData name="aurélien maltese" userId="14db8aa255396203" providerId="LiveId" clId="{EB5E41BD-5705-42F6-84BC-E5A862D50B70}" dt="2026-05-12T08:16:08.133" v="5" actId="20577"/>
          <ac:spMkLst>
            <pc:docMk/>
            <pc:sldMk cId="941316117" sldId="256"/>
            <ac:spMk id="17" creationId="{10B7CE75-0E20-D4F7-278D-53D0F6F81A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305E5-4F08-20D3-9771-317C710A9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27B093-262D-BF91-85D3-C269C4566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C63A67-E34A-6A41-F626-EBAB7C50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571E4A-F9A6-01DE-A054-78B8D277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8E94FD-84A8-7CBB-7E30-A923163E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861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74FD5-2C4B-E70E-2357-E6880FDE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5BA1FD-7F16-3265-7178-9CB13ECD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4E1540-25D5-88B7-FABA-357E312A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B185B5-20B0-CA42-482D-171D8FAA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C06A6E-36B2-1D95-68F9-30BADD32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5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662A1-DF12-0C0C-5F88-49DABE7C2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9403B6-366D-DA60-584B-2EB89D4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63F1D4-6F90-433F-E671-B351CB6A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48E0B-6ACF-7659-D7FE-C38AED93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B2DD09-6B24-30A7-8262-CFC7E1E9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59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C1B6F-9C08-2AE6-5FA5-B4F4517B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3A77E4-08F8-0CFB-BEE5-597255BA5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BF3B5A-36CD-0D18-0085-947D9A96C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F2A156-0A02-EB78-E46F-3E70D951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3978EE-3FEC-CCD1-B0E7-1AFE1E62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28477B-7BF3-8B59-04E0-2EF5D15D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554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93233-AC75-4093-E963-56E9049F5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1AAAE0-3C55-E6D0-BA88-0767E32C2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DEF2E9-E58B-0CE6-E845-D99DCEF05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1202B8-6614-5ECB-4770-18E600B2A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2E9AB4-3CE7-6196-AA28-0372498A0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26EF98-B542-8943-FA4D-5CE8F809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5E20C17-D7E5-AD9E-EDF4-3B26652F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D95973-E34D-5398-E59F-584F7D10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87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2562C-4A0B-C644-4971-6AA3A3FD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91A859E-1014-DEBA-79F8-90760482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EEC56A-9B68-9490-6665-508424E7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893ADD-E03B-E7A1-87AE-64682F3A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28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B55650-5520-95AE-BF0F-04AAEF17E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F7192E-2864-996E-8292-886B9AC3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F016BB-0B09-9C77-8E76-0315948C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40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6C5EB-864F-EA23-6693-D1F89CFA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F734E-0CE2-7050-A3D2-F898ECC93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C7EC89-3B6D-1DA4-8AF2-4365B7BF4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49C730-3A89-C063-87FE-E6C6D582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ABE8C0-2195-40AF-B6EB-B87FB4F3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4DA3E1-7E54-A7D3-F5D7-43AB801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15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093EE-7245-344A-34B1-5892B4A6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5FDC2F-686C-B266-E210-2E625D8B7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0A230B-0707-43B0-41B9-29845F35D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790C19-A3AC-58E7-4DFD-28D59D3E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28B911-F9EE-B0A3-D6C6-BCBECB38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8C1DA-1261-02AF-A30D-02B071EC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23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28868-F20A-8F4F-0D48-C7E1F471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6A2EBB-7B18-13C8-8DE7-982DF5376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99C09E-CDD0-80F2-0421-2D6BC86E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B0A6A2-A21F-91F3-2981-52948BC1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06F124-AAD8-3420-8BAC-8EBCC611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42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C524733-DAE0-AF94-E12F-15E82FC95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59C827-247F-F27A-A708-FF6395C07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B4D8ED-B293-68F2-E931-1A5FB9DC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D7DBE0-9CA3-CCCE-B574-BB8FF9E6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641308-FA54-7876-736E-ADA1A7D0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00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FE2F8AE-761C-65AE-D3C9-68AC42F46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73C49C-CD9D-D34E-1B1A-00F68894D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DA9F2A-BDB1-4357-B3F0-A96C3D802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76BA2-A343-4754-975C-AF2733814AB1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A47193-C4C4-8178-CC65-CF40688C6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5FBC25-A79D-D039-6708-54B95AF33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4294F-20A8-41E4-BF1A-8C017F5D58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66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E1D95C3-D3F9-B045-BC5D-EC334737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62" y="0"/>
            <a:ext cx="8582250" cy="6903662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52A2F7B-53CC-E3EC-E128-F8A01EDA6253}"/>
              </a:ext>
            </a:extLst>
          </p:cNvPr>
          <p:cNvCxnSpPr/>
          <p:nvPr/>
        </p:nvCxnSpPr>
        <p:spPr>
          <a:xfrm flipH="1">
            <a:off x="3468029" y="3256157"/>
            <a:ext cx="71367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76AB866-45CA-E256-8C4F-AAFE351D1C41}"/>
              </a:ext>
            </a:extLst>
          </p:cNvPr>
          <p:cNvCxnSpPr/>
          <p:nvPr/>
        </p:nvCxnSpPr>
        <p:spPr>
          <a:xfrm>
            <a:off x="3824868" y="3256157"/>
            <a:ext cx="0" cy="4795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83D4E75-1E11-CBA9-7906-6076894B7E1C}"/>
              </a:ext>
            </a:extLst>
          </p:cNvPr>
          <p:cNvSpPr/>
          <p:nvPr/>
        </p:nvSpPr>
        <p:spPr>
          <a:xfrm>
            <a:off x="547688" y="3735659"/>
            <a:ext cx="3767834" cy="8809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16 bit </a:t>
            </a:r>
            <a:r>
              <a:rPr lang="fr-FR" dirty="0" err="1">
                <a:solidFill>
                  <a:sysClr val="windowText" lastClr="000000"/>
                </a:solidFill>
              </a:rPr>
              <a:t>register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C7D2575-53CB-9479-8220-A0BBADCC26CB}"/>
              </a:ext>
            </a:extLst>
          </p:cNvPr>
          <p:cNvSpPr txBox="1"/>
          <p:nvPr/>
        </p:nvSpPr>
        <p:spPr>
          <a:xfrm>
            <a:off x="1906863" y="3278306"/>
            <a:ext cx="193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Avalon MM Slave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6EB9C7-3CFD-E77B-4A54-A19D8DB7965B}"/>
              </a:ext>
            </a:extLst>
          </p:cNvPr>
          <p:cNvSpPr/>
          <p:nvPr/>
        </p:nvSpPr>
        <p:spPr>
          <a:xfrm>
            <a:off x="999572" y="4937337"/>
            <a:ext cx="2817542" cy="8809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7 segments convertisseur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9953C894-73EC-7EE6-6E77-4F6A80609A08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2408343" y="4616604"/>
            <a:ext cx="23262" cy="320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7AD0A420-B2F6-C097-5FBB-5F0F50D94FA2}"/>
              </a:ext>
            </a:extLst>
          </p:cNvPr>
          <p:cNvSpPr txBox="1"/>
          <p:nvPr/>
        </p:nvSpPr>
        <p:spPr>
          <a:xfrm>
            <a:off x="133816" y="4600271"/>
            <a:ext cx="229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Q_export</a:t>
            </a:r>
            <a:r>
              <a:rPr lang="fr-FR" dirty="0"/>
              <a:t> (conduit)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219C6DD-BFCB-FE81-29D1-A7E33AEB0B7F}"/>
              </a:ext>
            </a:extLst>
          </p:cNvPr>
          <p:cNvCxnSpPr>
            <a:cxnSpLocks/>
          </p:cNvCxnSpPr>
          <p:nvPr/>
        </p:nvCxnSpPr>
        <p:spPr>
          <a:xfrm>
            <a:off x="2312019" y="5818282"/>
            <a:ext cx="0" cy="352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7CE75-0E20-D4F7-278D-53D0F6F81A33}"/>
              </a:ext>
            </a:extLst>
          </p:cNvPr>
          <p:cNvSpPr/>
          <p:nvPr/>
        </p:nvSpPr>
        <p:spPr>
          <a:xfrm>
            <a:off x="903248" y="6183083"/>
            <a:ext cx="2817542" cy="8809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HEX 1, HEX2</a:t>
            </a:r>
            <a:r>
              <a:rPr lang="fr-FR">
                <a:solidFill>
                  <a:sysClr val="windowText" lastClr="000000"/>
                </a:solidFill>
              </a:rPr>
              <a:t>, HEX3,HEX 4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B6BA17-68ED-7AE7-6A93-C24D0ACCE9E8}"/>
              </a:ext>
            </a:extLst>
          </p:cNvPr>
          <p:cNvSpPr/>
          <p:nvPr/>
        </p:nvSpPr>
        <p:spPr>
          <a:xfrm>
            <a:off x="5140712" y="3278306"/>
            <a:ext cx="440731" cy="3122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717D6-E788-612A-553E-B43A20437A5C}"/>
              </a:ext>
            </a:extLst>
          </p:cNvPr>
          <p:cNvSpPr/>
          <p:nvPr/>
        </p:nvSpPr>
        <p:spPr>
          <a:xfrm>
            <a:off x="4869777" y="4482790"/>
            <a:ext cx="356107" cy="19180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3161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aurélien maltese</dc:creator>
  <cp:lastModifiedBy>aurélien maltese</cp:lastModifiedBy>
  <cp:revision>1</cp:revision>
  <dcterms:created xsi:type="dcterms:W3CDTF">2026-05-12T07:59:07Z</dcterms:created>
  <dcterms:modified xsi:type="dcterms:W3CDTF">2026-05-12T08:16:08Z</dcterms:modified>
</cp:coreProperties>
</file>